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A56DB"/>
                </a:solidFill>
                <a:latin typeface="Calibri"/>
              </a:rPr>
              <a:t>Как мы научили ИИ собирать «рецепты» установки ПО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5A5A5A"/>
                </a:solidFill>
                <a:latin typeface="Calibri"/>
              </a:rPr>
              <a:t>Осмакс · T1 Innotech · Август 2026</a:t>
            </a:r>
          </a:p>
          <a:p>
            <a:r>
              <a:rPr sz="2000" b="0">
                <a:solidFill>
                  <a:srgbClr val="5A5A5A"/>
                </a:solidFill>
                <a:latin typeface="Calibri"/>
              </a:rPr>
              <a:t>Простыми словами — без погружения в Salt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Задача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Осмакс удалённо устанавливает программы на Linux (Astra, ALT) и Windows.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Для каждой программы нужен «рецепт» — папка с инструкциями: что установить, откуда, как удалить.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Боль: ручная сборка долгая, легко ошибиться в структуре или забыть Windows.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Цель: инженер описывает задачу словами → получает готовую проверенную папку.</a:t>
            </a:r>
          </a:p>
          <a:p>
            <a:pPr>
              <a:spcBef>
                <a:spcPts val="1600"/>
              </a:spcBef>
            </a:pPr>
            <a:r>
              <a:rPr sz="1400" b="0">
                <a:solidFill>
                  <a:srgbClr val="5A5A5A"/>
                </a:solidFill>
                <a:latin typeface="Calibri"/>
              </a:rPr>
              <a:t>Аналогия: формула = рецепт в поваренной книге. ИИ пишет черновик, наш скрипт оформляет в нужном формате.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56DB"/>
                </a:solidFill>
                <a:latin typeface="Calibri"/>
              </a:rPr>
              <a:t>2. Гипотезы и результаты проверки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25880"/>
          <a:ext cx="8503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792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Идея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Как проверяли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Итог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ИИ сразу пишет все файлы «рецепта»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Просим «сделай PuTTY» — получаем папку в ответе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Не подошло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Каждый раз другой ответ, легко забыть файл, долго проверять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ИИ пишет bash-скрипт, который собирает папку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Скрипт на bash создаёт готовую формулу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Не подошло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Пустые файлы, ошибки в кавычках; новый скрипт на каждый продукт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ИИ пишет Python-скрипт (build_*_formula.py)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python3 build_….py → готовая папка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Лучше bash, но не выбрали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Python стабильнее, но ИИ каждый раз пишет новый сборщик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ИИ пишет только JSON, сборку делает наш скрипт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JSON → render_formula.sh → dist/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Выбрали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Один JSON + один проверенный скрипт → предсказуемый результат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База знаний (RAG) с правилами и примерами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ИИ видит правила перед генерацией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Подтвердили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E1E"/>
                          </a:solidFill>
                          <a:latin typeface="Calibri"/>
                        </a:rPr>
                        <a:t>Меньше ошибок в ОС, названиях и ссылках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Что проверяем после сборки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JSON читается без ошибок (jq)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Есть имя продукта, список ОС, настройки установки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После сборки нет пустых файлов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Структура папки совпадает с тем, что ждёт Осмакс</a:t>
            </a:r>
          </a:p>
          <a:p>
            <a:pPr>
              <a:spcBef>
                <a:spcPts val="1600"/>
              </a:spcBef>
            </a:pPr>
            <a:r>
              <a:rPr sz="1400" b="0">
                <a:solidFill>
                  <a:srgbClr val="5A5A5A"/>
                </a:solidFill>
                <a:latin typeface="Calibri"/>
              </a:rPr>
              <a:t>Вывод: bash ломался чаще всего. Python — надёжнее, но JSON + один скрипт — самый стабильный путь.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Решение, которое работает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ИИ заполняет одну «анкету» (JSON). Сборку делает один скрипт render_formula.sh.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Цепочка: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Запрос → ИИ + база знаний (rag/) → *.json → скрипт → dist/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Папки в проекте: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rag/ — инструкции для ИИ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json-formula/ — описания формул (PuTTY, браузер, безопасность…)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dist/ — готовые папки для установки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Примеры: PuTTY, Яндекс Браузер, security baseline, Horizon Client.</a:t>
            </a:r>
          </a:p>
          <a:p>
            <a:pPr>
              <a:spcBef>
                <a:spcPts val="1600"/>
              </a:spcBef>
            </a:pPr>
            <a:r>
              <a:rPr sz="1400" b="0">
                <a:solidFill>
                  <a:srgbClr val="5A5A5A"/>
                </a:solidFill>
                <a:latin typeface="Calibri"/>
              </a:rPr>
              <a:t>Главное: предсказуемость. Обновили скрипт — все формулы собираются по новым правилам.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Куда двигаемся дальше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Песочница — быстрая проверка: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• Docker/WSL: закинул JSON → получил папку и отчёт «всё ок»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• Автопроверка всех формул в CI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Приложение для пользователя: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• Поле «что установить» + «на каких ОС»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• ИИ → JSON → скрипт → zip с готовой формулой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  • Отчёт: что проверили и прошло ли</a:t>
            </a:r>
          </a:p>
          <a:p>
            <a:pPr>
              <a:spcBef>
                <a:spcPts val="1600"/>
              </a:spcBef>
            </a:pPr>
            <a:r>
              <a:rPr sz="1400" b="0">
                <a:solidFill>
                  <a:srgbClr val="5A5A5A"/>
                </a:solidFill>
                <a:latin typeface="Calibri"/>
              </a:rPr>
              <a:t>Следующий шаг: обёртка вокруг уже работающего скрипта, без переписывания с нуля.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5A5A5A"/>
                </a:solidFill>
                <a:latin typeface="Calibri"/>
              </a:rPr>
              <a:t>Репозиторий: osmax-salt-formulas-rag</a:t>
            </a:r>
          </a:p>
          <a:p>
            <a:pPr algn="ctr"/>
            <a:r>
              <a:rPr sz="2200" b="0">
                <a:solidFill>
                  <a:srgbClr val="5A5A5A"/>
                </a:solidFill>
                <a:latin typeface="Calibri"/>
              </a:rPr>
              <a:t>Рабочий пайплайн: JSON-first + render_formula.sh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